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Decision-tree-in-artificial-intelligence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Decision-tree-in-artificial-intelligence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Decision-tree-in-artificial-intelligence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Decision-tree-in-artificial-intelligence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614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Decision-tree-in-artificial-intelligence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Decision-tree-in-artificial-intelligence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Decision-tree-in-artificial-intelligence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Decision-tree-in-artificial-intelligence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Decision-tree-in-artificial-intelligence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Decision-tree-in-artificial-intelligence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0677"/>
            <a:ext cx="9144000" cy="78536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Decision-tree-in-artificial-intelligence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0677"/>
            <a:ext cx="9144000" cy="78536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Decision-tree-in-artificial-intelligence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Decision-tree-in-artificial-intelligence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Decision-tree-in-artificial-intelligence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880"/>
            <a:ext cx="9144000" cy="78958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Decision-tree-in-artificial-intelligence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Decision-tree-in-artificial-intelligence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Decision-tree-in-artificial-intelligence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6609"/>
            <a:ext cx="9144000" cy="78395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Decision-tree-in-artificial-intelligence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Decision-tree-in-artificial-intelligence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Decision-tree-in-artificial-intelligence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Decision-tree-in-artificial-intelligence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Rohan</cp:lastModifiedBy>
  <cp:revision>2</cp:revision>
  <dcterms:created xsi:type="dcterms:W3CDTF">2013-01-27T09:14:16Z</dcterms:created>
  <dcterms:modified xsi:type="dcterms:W3CDTF">2024-05-25T19:22:02Z</dcterms:modified>
  <cp:category/>
</cp:coreProperties>
</file>