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70" r:id="rId12"/>
    <p:sldId id="271" r:id="rId13"/>
    <p:sldId id="272" r:id="rId14"/>
    <p:sldId id="273" r:id="rId15"/>
    <p:sldId id="27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Random-Forest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Random-Forest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Random-Forest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Random-Forest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Random-Forest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Random-Forest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Random-Forest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Random-Forest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Random-Forest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Random-Forest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Random-Forest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Random-Forest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Random-Forest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Random-Forest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Random-Forest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On-screen Show (4:3)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Rohan</cp:lastModifiedBy>
  <cp:revision>2</cp:revision>
  <dcterms:created xsi:type="dcterms:W3CDTF">2013-01-27T09:14:16Z</dcterms:created>
  <dcterms:modified xsi:type="dcterms:W3CDTF">2024-05-25T19:26:08Z</dcterms:modified>
  <cp:category/>
</cp:coreProperties>
</file>